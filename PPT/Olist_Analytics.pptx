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56289B-FAAE-4E44-BE07-341B6312A8D2}" v="8" dt="2026-03-28T11:19:04.7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1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pnil Sanjeev" userId="a690879944869f7a" providerId="LiveId" clId="{35BECCB5-437B-457B-825F-095ABF56ADC6}"/>
    <pc:docChg chg="undo custSel addSld modSld sldOrd">
      <pc:chgData name="Swapnil Sanjeev" userId="a690879944869f7a" providerId="LiveId" clId="{35BECCB5-437B-457B-825F-095ABF56ADC6}" dt="2026-03-28T11:24:36.127" v="371" actId="20577"/>
      <pc:docMkLst>
        <pc:docMk/>
      </pc:docMkLst>
      <pc:sldChg chg="modSp mod">
        <pc:chgData name="Swapnil Sanjeev" userId="a690879944869f7a" providerId="LiveId" clId="{35BECCB5-437B-457B-825F-095ABF56ADC6}" dt="2026-03-28T11:07:56.168" v="91" actId="1035"/>
        <pc:sldMkLst>
          <pc:docMk/>
          <pc:sldMk cId="0" sldId="257"/>
        </pc:sldMkLst>
        <pc:spChg chg="mod">
          <ac:chgData name="Swapnil Sanjeev" userId="a690879944869f7a" providerId="LiveId" clId="{35BECCB5-437B-457B-825F-095ABF56ADC6}" dt="2026-03-28T11:06:59.383" v="0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Swapnil Sanjeev" userId="a690879944869f7a" providerId="LiveId" clId="{35BECCB5-437B-457B-825F-095ABF56ADC6}" dt="2026-03-28T11:07:02.652" v="1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Swapnil Sanjeev" userId="a690879944869f7a" providerId="LiveId" clId="{35BECCB5-437B-457B-825F-095ABF56ADC6}" dt="2026-03-28T11:07:35.804" v="52" actId="1037"/>
          <ac:spMkLst>
            <pc:docMk/>
            <pc:sldMk cId="0" sldId="257"/>
            <ac:spMk id="6" creationId="{00000000-0000-0000-0000-000000000000}"/>
          </ac:spMkLst>
        </pc:spChg>
        <pc:spChg chg="mod">
          <ac:chgData name="Swapnil Sanjeev" userId="a690879944869f7a" providerId="LiveId" clId="{35BECCB5-437B-457B-825F-095ABF56ADC6}" dt="2026-03-28T11:07:35.804" v="52" actId="1037"/>
          <ac:spMkLst>
            <pc:docMk/>
            <pc:sldMk cId="0" sldId="257"/>
            <ac:spMk id="7" creationId="{00000000-0000-0000-0000-000000000000}"/>
          </ac:spMkLst>
        </pc:spChg>
        <pc:spChg chg="mod">
          <ac:chgData name="Swapnil Sanjeev" userId="a690879944869f7a" providerId="LiveId" clId="{35BECCB5-437B-457B-825F-095ABF56ADC6}" dt="2026-03-28T11:07:23.854" v="16" actId="1035"/>
          <ac:spMkLst>
            <pc:docMk/>
            <pc:sldMk cId="0" sldId="257"/>
            <ac:spMk id="9" creationId="{00000000-0000-0000-0000-000000000000}"/>
          </ac:spMkLst>
        </pc:spChg>
        <pc:spChg chg="mod">
          <ac:chgData name="Swapnil Sanjeev" userId="a690879944869f7a" providerId="LiveId" clId="{35BECCB5-437B-457B-825F-095ABF56ADC6}" dt="2026-03-28T11:07:35.804" v="52" actId="103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Swapnil Sanjeev" userId="a690879944869f7a" providerId="LiveId" clId="{35BECCB5-437B-457B-825F-095ABF56ADC6}" dt="2026-03-28T11:07:35.804" v="52" actId="103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Swapnil Sanjeev" userId="a690879944869f7a" providerId="LiveId" clId="{35BECCB5-437B-457B-825F-095ABF56ADC6}" dt="2026-03-28T11:07:23.854" v="16" actId="1035"/>
          <ac:spMkLst>
            <pc:docMk/>
            <pc:sldMk cId="0" sldId="257"/>
            <ac:spMk id="12" creationId="{00000000-0000-0000-0000-000000000000}"/>
          </ac:spMkLst>
        </pc:spChg>
        <pc:spChg chg="mod">
          <ac:chgData name="Swapnil Sanjeev" userId="a690879944869f7a" providerId="LiveId" clId="{35BECCB5-437B-457B-825F-095ABF56ADC6}" dt="2026-03-28T11:07:35.804" v="52" actId="103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Swapnil Sanjeev" userId="a690879944869f7a" providerId="LiveId" clId="{35BECCB5-437B-457B-825F-095ABF56ADC6}" dt="2026-03-28T11:07:35.804" v="52" actId="103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Swapnil Sanjeev" userId="a690879944869f7a" providerId="LiveId" clId="{35BECCB5-437B-457B-825F-095ABF56ADC6}" dt="2026-03-28T11:07:23.854" v="16" actId="1035"/>
          <ac:spMkLst>
            <pc:docMk/>
            <pc:sldMk cId="0" sldId="257"/>
            <ac:spMk id="15" creationId="{00000000-0000-0000-0000-000000000000}"/>
          </ac:spMkLst>
        </pc:spChg>
        <pc:spChg chg="mod">
          <ac:chgData name="Swapnil Sanjeev" userId="a690879944869f7a" providerId="LiveId" clId="{35BECCB5-437B-457B-825F-095ABF56ADC6}" dt="2026-03-28T11:07:23.854" v="16" actId="1035"/>
          <ac:spMkLst>
            <pc:docMk/>
            <pc:sldMk cId="0" sldId="257"/>
            <ac:spMk id="16" creationId="{00000000-0000-0000-0000-000000000000}"/>
          </ac:spMkLst>
        </pc:spChg>
        <pc:spChg chg="mod">
          <ac:chgData name="Swapnil Sanjeev" userId="a690879944869f7a" providerId="LiveId" clId="{35BECCB5-437B-457B-825F-095ABF56ADC6}" dt="2026-03-28T11:07:35.804" v="52" actId="1037"/>
          <ac:spMkLst>
            <pc:docMk/>
            <pc:sldMk cId="0" sldId="257"/>
            <ac:spMk id="17" creationId="{00000000-0000-0000-0000-000000000000}"/>
          </ac:spMkLst>
        </pc:spChg>
        <pc:spChg chg="mod">
          <ac:chgData name="Swapnil Sanjeev" userId="a690879944869f7a" providerId="LiveId" clId="{35BECCB5-437B-457B-825F-095ABF56ADC6}" dt="2026-03-28T11:07:35.804" v="52" actId="103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Swapnil Sanjeev" userId="a690879944869f7a" providerId="LiveId" clId="{35BECCB5-437B-457B-825F-095ABF56ADC6}" dt="2026-03-28T11:07:35.804" v="52" actId="1037"/>
          <ac:spMkLst>
            <pc:docMk/>
            <pc:sldMk cId="0" sldId="257"/>
            <ac:spMk id="19" creationId="{00000000-0000-0000-0000-000000000000}"/>
          </ac:spMkLst>
        </pc:spChg>
        <pc:spChg chg="mod">
          <ac:chgData name="Swapnil Sanjeev" userId="a690879944869f7a" providerId="LiveId" clId="{35BECCB5-437B-457B-825F-095ABF56ADC6}" dt="2026-03-28T11:07:35.804" v="52" actId="1037"/>
          <ac:spMkLst>
            <pc:docMk/>
            <pc:sldMk cId="0" sldId="257"/>
            <ac:spMk id="20" creationId="{00000000-0000-0000-0000-000000000000}"/>
          </ac:spMkLst>
        </pc:spChg>
        <pc:spChg chg="mod">
          <ac:chgData name="Swapnil Sanjeev" userId="a690879944869f7a" providerId="LiveId" clId="{35BECCB5-437B-457B-825F-095ABF56ADC6}" dt="2026-03-28T11:07:23.854" v="16" actId="1035"/>
          <ac:spMkLst>
            <pc:docMk/>
            <pc:sldMk cId="0" sldId="257"/>
            <ac:spMk id="21" creationId="{00000000-0000-0000-0000-000000000000}"/>
          </ac:spMkLst>
        </pc:spChg>
        <pc:spChg chg="mod">
          <ac:chgData name="Swapnil Sanjeev" userId="a690879944869f7a" providerId="LiveId" clId="{35BECCB5-437B-457B-825F-095ABF56ADC6}" dt="2026-03-28T11:07:56.168" v="91" actId="1035"/>
          <ac:spMkLst>
            <pc:docMk/>
            <pc:sldMk cId="0" sldId="257"/>
            <ac:spMk id="22" creationId="{00000000-0000-0000-0000-000000000000}"/>
          </ac:spMkLst>
        </pc:spChg>
        <pc:graphicFrameChg chg="mod">
          <ac:chgData name="Swapnil Sanjeev" userId="a690879944869f7a" providerId="LiveId" clId="{35BECCB5-437B-457B-825F-095ABF56ADC6}" dt="2026-03-28T11:07:56.168" v="91" actId="1035"/>
          <ac:graphicFrameMkLst>
            <pc:docMk/>
            <pc:sldMk cId="0" sldId="257"/>
            <ac:graphicFrameMk id="23" creationId="{00000000-0000-0000-0000-000000000000}"/>
          </ac:graphicFrameMkLst>
        </pc:graphicFrameChg>
      </pc:sldChg>
      <pc:sldChg chg="modSp mod">
        <pc:chgData name="Swapnil Sanjeev" userId="a690879944869f7a" providerId="LiveId" clId="{35BECCB5-437B-457B-825F-095ABF56ADC6}" dt="2026-03-28T11:08:06.401" v="92" actId="20577"/>
        <pc:sldMkLst>
          <pc:docMk/>
          <pc:sldMk cId="0" sldId="258"/>
        </pc:sldMkLst>
        <pc:spChg chg="mod">
          <ac:chgData name="Swapnil Sanjeev" userId="a690879944869f7a" providerId="LiveId" clId="{35BECCB5-437B-457B-825F-095ABF56ADC6}" dt="2026-03-28T11:08:06.401" v="92" actId="20577"/>
          <ac:spMkLst>
            <pc:docMk/>
            <pc:sldMk cId="0" sldId="258"/>
            <ac:spMk id="29" creationId="{00000000-0000-0000-0000-000000000000}"/>
          </ac:spMkLst>
        </pc:spChg>
      </pc:sldChg>
      <pc:sldChg chg="modSp mod">
        <pc:chgData name="Swapnil Sanjeev" userId="a690879944869f7a" providerId="LiveId" clId="{35BECCB5-437B-457B-825F-095ABF56ADC6}" dt="2026-03-28T11:12:34.198" v="181" actId="14100"/>
        <pc:sldMkLst>
          <pc:docMk/>
          <pc:sldMk cId="0" sldId="259"/>
        </pc:sldMkLst>
        <pc:spChg chg="mod">
          <ac:chgData name="Swapnil Sanjeev" userId="a690879944869f7a" providerId="LiveId" clId="{35BECCB5-437B-457B-825F-095ABF56ADC6}" dt="2026-03-28T11:09:44.631" v="108" actId="1076"/>
          <ac:spMkLst>
            <pc:docMk/>
            <pc:sldMk cId="0" sldId="259"/>
            <ac:spMk id="25" creationId="{00000000-0000-0000-0000-000000000000}"/>
          </ac:spMkLst>
        </pc:spChg>
        <pc:spChg chg="mod">
          <ac:chgData name="Swapnil Sanjeev" userId="a690879944869f7a" providerId="LiveId" clId="{35BECCB5-437B-457B-825F-095ABF56ADC6}" dt="2026-03-28T11:11:48.688" v="163" actId="1076"/>
          <ac:spMkLst>
            <pc:docMk/>
            <pc:sldMk cId="0" sldId="259"/>
            <ac:spMk id="26" creationId="{00000000-0000-0000-0000-000000000000}"/>
          </ac:spMkLst>
        </pc:spChg>
        <pc:picChg chg="mod modCrop">
          <ac:chgData name="Swapnil Sanjeev" userId="a690879944869f7a" providerId="LiveId" clId="{35BECCB5-437B-457B-825F-095ABF56ADC6}" dt="2026-03-28T11:12:27.981" v="180" actId="14100"/>
          <ac:picMkLst>
            <pc:docMk/>
            <pc:sldMk cId="0" sldId="259"/>
            <ac:picMk id="27" creationId="{00000000-0000-0000-0000-000000000000}"/>
          </ac:picMkLst>
        </pc:picChg>
        <pc:picChg chg="mod modCrop">
          <ac:chgData name="Swapnil Sanjeev" userId="a690879944869f7a" providerId="LiveId" clId="{35BECCB5-437B-457B-825F-095ABF56ADC6}" dt="2026-03-28T11:12:34.198" v="181" actId="14100"/>
          <ac:picMkLst>
            <pc:docMk/>
            <pc:sldMk cId="0" sldId="259"/>
            <ac:picMk id="28" creationId="{00000000-0000-0000-0000-000000000000}"/>
          </ac:picMkLst>
        </pc:picChg>
      </pc:sldChg>
      <pc:sldChg chg="modSp mod">
        <pc:chgData name="Swapnil Sanjeev" userId="a690879944869f7a" providerId="LiveId" clId="{35BECCB5-437B-457B-825F-095ABF56ADC6}" dt="2026-03-28T11:13:09.994" v="187" actId="14100"/>
        <pc:sldMkLst>
          <pc:docMk/>
          <pc:sldMk cId="0" sldId="260"/>
        </pc:sldMkLst>
        <pc:picChg chg="mod modCrop">
          <ac:chgData name="Swapnil Sanjeev" userId="a690879944869f7a" providerId="LiveId" clId="{35BECCB5-437B-457B-825F-095ABF56ADC6}" dt="2026-03-28T11:13:09.994" v="187" actId="14100"/>
          <ac:picMkLst>
            <pc:docMk/>
            <pc:sldMk cId="0" sldId="260"/>
            <ac:picMk id="6" creationId="{00000000-0000-0000-0000-000000000000}"/>
          </ac:picMkLst>
        </pc:picChg>
      </pc:sldChg>
      <pc:sldChg chg="delSp modSp mod">
        <pc:chgData name="Swapnil Sanjeev" userId="a690879944869f7a" providerId="LiveId" clId="{35BECCB5-437B-457B-825F-095ABF56ADC6}" dt="2026-03-28T11:14:30.400" v="202" actId="14100"/>
        <pc:sldMkLst>
          <pc:docMk/>
          <pc:sldMk cId="0" sldId="261"/>
        </pc:sldMkLst>
        <pc:spChg chg="del mod">
          <ac:chgData name="Swapnil Sanjeev" userId="a690879944869f7a" providerId="LiveId" clId="{35BECCB5-437B-457B-825F-095ABF56ADC6}" dt="2026-03-28T11:13:39.727" v="190" actId="478"/>
          <ac:spMkLst>
            <pc:docMk/>
            <pc:sldMk cId="0" sldId="261"/>
            <ac:spMk id="21" creationId="{00000000-0000-0000-0000-000000000000}"/>
          </ac:spMkLst>
        </pc:spChg>
        <pc:spChg chg="mod">
          <ac:chgData name="Swapnil Sanjeev" userId="a690879944869f7a" providerId="LiveId" clId="{35BECCB5-437B-457B-825F-095ABF56ADC6}" dt="2026-03-28T11:13:45.315" v="191" actId="1076"/>
          <ac:spMkLst>
            <pc:docMk/>
            <pc:sldMk cId="0" sldId="261"/>
            <ac:spMk id="22" creationId="{00000000-0000-0000-0000-000000000000}"/>
          </ac:spMkLst>
        </pc:spChg>
        <pc:picChg chg="del">
          <ac:chgData name="Swapnil Sanjeev" userId="a690879944869f7a" providerId="LiveId" clId="{35BECCB5-437B-457B-825F-095ABF56ADC6}" dt="2026-03-28T11:13:33.197" v="188" actId="478"/>
          <ac:picMkLst>
            <pc:docMk/>
            <pc:sldMk cId="0" sldId="261"/>
            <ac:picMk id="23" creationId="{00000000-0000-0000-0000-000000000000}"/>
          </ac:picMkLst>
        </pc:picChg>
        <pc:picChg chg="mod modCrop">
          <ac:chgData name="Swapnil Sanjeev" userId="a690879944869f7a" providerId="LiveId" clId="{35BECCB5-437B-457B-825F-095ABF56ADC6}" dt="2026-03-28T11:14:30.400" v="202" actId="14100"/>
          <ac:picMkLst>
            <pc:docMk/>
            <pc:sldMk cId="0" sldId="261"/>
            <ac:picMk id="24" creationId="{00000000-0000-0000-0000-000000000000}"/>
          </ac:picMkLst>
        </pc:picChg>
      </pc:sldChg>
      <pc:sldChg chg="modSp mod">
        <pc:chgData name="Swapnil Sanjeev" userId="a690879944869f7a" providerId="LiveId" clId="{35BECCB5-437B-457B-825F-095ABF56ADC6}" dt="2026-03-28T11:20:58.937" v="234" actId="20577"/>
        <pc:sldMkLst>
          <pc:docMk/>
          <pc:sldMk cId="0" sldId="262"/>
        </pc:sldMkLst>
        <pc:spChg chg="mod">
          <ac:chgData name="Swapnil Sanjeev" userId="a690879944869f7a" providerId="LiveId" clId="{35BECCB5-437B-457B-825F-095ABF56ADC6}" dt="2026-03-28T11:17:29.801" v="220" actId="20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Swapnil Sanjeev" userId="a690879944869f7a" providerId="LiveId" clId="{35BECCB5-437B-457B-825F-095ABF56ADC6}" dt="2026-03-28T11:20:58.937" v="234" actId="20577"/>
          <ac:spMkLst>
            <pc:docMk/>
            <pc:sldMk cId="0" sldId="262"/>
            <ac:spMk id="16" creationId="{00000000-0000-0000-0000-000000000000}"/>
          </ac:spMkLst>
        </pc:spChg>
        <pc:spChg chg="mod">
          <ac:chgData name="Swapnil Sanjeev" userId="a690879944869f7a" providerId="LiveId" clId="{35BECCB5-437B-457B-825F-095ABF56ADC6}" dt="2026-03-28T11:19:33.212" v="232" actId="20577"/>
          <ac:spMkLst>
            <pc:docMk/>
            <pc:sldMk cId="0" sldId="262"/>
            <ac:spMk id="22" creationId="{00000000-0000-0000-0000-000000000000}"/>
          </ac:spMkLst>
        </pc:spChg>
      </pc:sldChg>
      <pc:sldChg chg="delSp modSp mod ord">
        <pc:chgData name="Swapnil Sanjeev" userId="a690879944869f7a" providerId="LiveId" clId="{35BECCB5-437B-457B-825F-095ABF56ADC6}" dt="2026-03-28T11:24:03.844" v="365" actId="14100"/>
        <pc:sldMkLst>
          <pc:docMk/>
          <pc:sldMk cId="0" sldId="263"/>
        </pc:sldMkLst>
        <pc:spChg chg="mod">
          <ac:chgData name="Swapnil Sanjeev" userId="a690879944869f7a" providerId="LiveId" clId="{35BECCB5-437B-457B-825F-095ABF56ADC6}" dt="2026-03-28T11:23:18.091" v="355" actId="20577"/>
          <ac:spMkLst>
            <pc:docMk/>
            <pc:sldMk cId="0" sldId="263"/>
            <ac:spMk id="4" creationId="{00000000-0000-0000-0000-000000000000}"/>
          </ac:spMkLst>
        </pc:spChg>
        <pc:spChg chg="del">
          <ac:chgData name="Swapnil Sanjeev" userId="a690879944869f7a" providerId="LiveId" clId="{35BECCB5-437B-457B-825F-095ABF56ADC6}" dt="2026-03-28T11:23:24.736" v="357" actId="478"/>
          <ac:spMkLst>
            <pc:docMk/>
            <pc:sldMk cId="0" sldId="263"/>
            <ac:spMk id="7" creationId="{00000000-0000-0000-0000-000000000000}"/>
          </ac:spMkLst>
        </pc:spChg>
        <pc:spChg chg="del mod">
          <ac:chgData name="Swapnil Sanjeev" userId="a690879944869f7a" providerId="LiveId" clId="{35BECCB5-437B-457B-825F-095ABF56ADC6}" dt="2026-03-28T11:23:32.332" v="359" actId="478"/>
          <ac:spMkLst>
            <pc:docMk/>
            <pc:sldMk cId="0" sldId="263"/>
            <ac:spMk id="8" creationId="{00000000-0000-0000-0000-000000000000}"/>
          </ac:spMkLst>
        </pc:spChg>
        <pc:picChg chg="del">
          <ac:chgData name="Swapnil Sanjeev" userId="a690879944869f7a" providerId="LiveId" clId="{35BECCB5-437B-457B-825F-095ABF56ADC6}" dt="2026-03-28T11:23:22.525" v="356" actId="478"/>
          <ac:picMkLst>
            <pc:docMk/>
            <pc:sldMk cId="0" sldId="263"/>
            <ac:picMk id="5" creationId="{00000000-0000-0000-0000-000000000000}"/>
          </ac:picMkLst>
        </pc:picChg>
        <pc:picChg chg="mod">
          <ac:chgData name="Swapnil Sanjeev" userId="a690879944869f7a" providerId="LiveId" clId="{35BECCB5-437B-457B-825F-095ABF56ADC6}" dt="2026-03-28T11:24:03.844" v="365" actId="14100"/>
          <ac:picMkLst>
            <pc:docMk/>
            <pc:sldMk cId="0" sldId="263"/>
            <ac:picMk id="6" creationId="{00000000-0000-0000-0000-000000000000}"/>
          </ac:picMkLst>
        </pc:picChg>
      </pc:sldChg>
      <pc:sldChg chg="modSp mod">
        <pc:chgData name="Swapnil Sanjeev" userId="a690879944869f7a" providerId="LiveId" clId="{35BECCB5-437B-457B-825F-095ABF56ADC6}" dt="2026-03-28T11:24:36.127" v="371" actId="20577"/>
        <pc:sldMkLst>
          <pc:docMk/>
          <pc:sldMk cId="0" sldId="264"/>
        </pc:sldMkLst>
        <pc:spChg chg="mod">
          <ac:chgData name="Swapnil Sanjeev" userId="a690879944869f7a" providerId="LiveId" clId="{35BECCB5-437B-457B-825F-095ABF56ADC6}" dt="2026-03-28T11:24:36.127" v="371" actId="20577"/>
          <ac:spMkLst>
            <pc:docMk/>
            <pc:sldMk cId="0" sldId="264"/>
            <ac:spMk id="14" creationId="{00000000-0000-0000-0000-000000000000}"/>
          </ac:spMkLst>
        </pc:spChg>
      </pc:sldChg>
      <pc:sldChg chg="delSp modSp add mod ord">
        <pc:chgData name="Swapnil Sanjeev" userId="a690879944869f7a" providerId="LiveId" clId="{35BECCB5-437B-457B-825F-095ABF56ADC6}" dt="2026-03-28T11:22:54.474" v="299"/>
        <pc:sldMkLst>
          <pc:docMk/>
          <pc:sldMk cId="2922486843" sldId="265"/>
        </pc:sldMkLst>
        <pc:spChg chg="mod">
          <ac:chgData name="Swapnil Sanjeev" userId="a690879944869f7a" providerId="LiveId" clId="{35BECCB5-437B-457B-825F-095ABF56ADC6}" dt="2026-03-28T11:22:03.670" v="278" actId="20577"/>
          <ac:spMkLst>
            <pc:docMk/>
            <pc:sldMk cId="2922486843" sldId="265"/>
            <ac:spMk id="4" creationId="{0E216514-2820-8A00-21C9-B32D162B3AD8}"/>
          </ac:spMkLst>
        </pc:spChg>
        <pc:spChg chg="del">
          <ac:chgData name="Swapnil Sanjeev" userId="a690879944869f7a" providerId="LiveId" clId="{35BECCB5-437B-457B-825F-095ABF56ADC6}" dt="2026-03-28T11:22:25.118" v="283" actId="478"/>
          <ac:spMkLst>
            <pc:docMk/>
            <pc:sldMk cId="2922486843" sldId="265"/>
            <ac:spMk id="7" creationId="{468A54A4-0E17-5FAE-0895-CE1D3672D651}"/>
          </ac:spMkLst>
        </pc:spChg>
        <pc:spChg chg="del mod">
          <ac:chgData name="Swapnil Sanjeev" userId="a690879944869f7a" providerId="LiveId" clId="{35BECCB5-437B-457B-825F-095ABF56ADC6}" dt="2026-03-28T11:22:18.782" v="282" actId="478"/>
          <ac:spMkLst>
            <pc:docMk/>
            <pc:sldMk cId="2922486843" sldId="265"/>
            <ac:spMk id="8" creationId="{FB9EFC9F-67F2-2374-3458-2481DAF473A3}"/>
          </ac:spMkLst>
        </pc:spChg>
        <pc:picChg chg="mod">
          <ac:chgData name="Swapnil Sanjeev" userId="a690879944869f7a" providerId="LiveId" clId="{35BECCB5-437B-457B-825F-095ABF56ADC6}" dt="2026-03-28T11:22:45.685" v="297" actId="1076"/>
          <ac:picMkLst>
            <pc:docMk/>
            <pc:sldMk cId="2922486843" sldId="265"/>
            <ac:picMk id="5" creationId="{84AC1C4C-D17A-944D-48D3-BC54822856DF}"/>
          </ac:picMkLst>
        </pc:picChg>
        <pc:picChg chg="del">
          <ac:chgData name="Swapnil Sanjeev" userId="a690879944869f7a" providerId="LiveId" clId="{35BECCB5-437B-457B-825F-095ABF56ADC6}" dt="2026-03-28T11:22:06.915" v="279" actId="478"/>
          <ac:picMkLst>
            <pc:docMk/>
            <pc:sldMk cId="2922486843" sldId="265"/>
            <ac:picMk id="6" creationId="{C832F64F-FF82-2B0E-ECA6-A395F0127CE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745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CC6FA-B84E-EAB9-B0F0-7596F3AFB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D7949E-5C02-84E1-16EA-969A282CF6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016441-9868-795F-76AD-C2347D2A4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3C201-3672-00F4-C529-2CF75E9ABD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687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055"/>
          </a:solidFill>
          <a:ln w="12700">
            <a:solidFill>
              <a:srgbClr val="1620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274320"/>
            <a:ext cx="146304" cy="146304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5240" y="274320"/>
            <a:ext cx="146304" cy="146304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274320"/>
            <a:ext cx="146304" cy="146304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0" y="868680"/>
            <a:ext cx="146304" cy="146304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35240" y="868680"/>
            <a:ext cx="146304" cy="146304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868680"/>
            <a:ext cx="146304" cy="146304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1463040"/>
            <a:ext cx="146304" cy="146304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35240" y="1463040"/>
            <a:ext cx="146304" cy="146304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73152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1143000"/>
            <a:ext cx="6217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20040" y="301752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&amp; Delivery Analysis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E-Commerce Dataset  •  2016–2018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1097280" cy="3657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4805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Swapnil Sanjeev  |  Power BI  •  Python  •  Pandas</a:t>
            </a:r>
            <a:endParaRPr lang="en-US" sz="11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645920"/>
            <a:ext cx="502920" cy="502920"/>
          </a:xfrm>
          <a:prstGeom prst="rect">
            <a:avLst/>
          </a:prstGeom>
        </p:spPr>
      </p:pic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468880"/>
            <a:ext cx="502920" cy="502920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329184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07475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 about?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69247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is Brazil's largest department store marketplace. This project analyzes 100K+ real transactions across 3 years to uncover sales patterns, delivery performance, and customer satisfaction drivers.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53905" y="1874521"/>
            <a:ext cx="196596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3905" y="1965961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99.4K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53905" y="2423161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3905" y="2670049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 years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02745" y="1874521"/>
            <a:ext cx="196596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02745" y="1965961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R$16M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02745" y="2423161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02745" y="2670049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payment value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51585" y="1874521"/>
            <a:ext cx="196596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51585" y="1965961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3,095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51585" y="2423161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51585" y="2670049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on platform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00425" y="1874521"/>
            <a:ext cx="1965960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00425" y="1965961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32,951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00425" y="2423161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00425" y="2670049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SKUs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22581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Used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356777"/>
              </p:ext>
            </p:extLst>
          </p:nvPr>
        </p:nvGraphicFramePr>
        <p:xfrm>
          <a:off x="365760" y="3545850"/>
          <a:ext cx="8412480" cy="15087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Columns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status, timestamps, delivery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112,650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price, freight, product_id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city, 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99,224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review_score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category, weight, dimensions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Approach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600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1600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71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" y="19202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7472" y="237744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8 CSV datasets from Olist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repository. Profiled shape,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dtypes, nulls and duplicates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Python + Pandas.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11680" y="1371600"/>
            <a:ext cx="1600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0" y="1371600"/>
            <a:ext cx="1600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371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84832" y="19202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084832" y="237744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date strings to datetime.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product category nulls →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'Unknown'. Retained null delivery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for non-delivered orders.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49040" y="1371600"/>
            <a:ext cx="1600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49040" y="1371600"/>
            <a:ext cx="1600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1371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22192" y="19202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822192" y="237744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delivery_days, is_late flag,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processing_days, order_year/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month/day. Aggregated payments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order_id.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0" y="1371600"/>
            <a:ext cx="1600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1371600"/>
            <a:ext cx="1600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1371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59552" y="19202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559552" y="237744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star schema in Power BI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8 tables. Created DAX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measures: AOV, Avg Rating,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%, Delay Impact.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223760" y="1371600"/>
            <a:ext cx="1600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23760" y="1371600"/>
            <a:ext cx="1600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1371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296912" y="19202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296912" y="237744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2-page Power BI dashboard: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Overview + Delivery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Analysis..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874520" y="2450592"/>
            <a:ext cx="13716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11880" y="2450592"/>
            <a:ext cx="13716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49240" y="2450592"/>
            <a:ext cx="13716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86600" y="2450592"/>
            <a:ext cx="13716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— SALES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Order Performance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011680" cy="86868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64008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356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R$16.01M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7556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9933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2016–2018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0592" y="1371600"/>
            <a:ext cx="2011680" cy="86868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371600"/>
            <a:ext cx="64008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14356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R$161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87752" y="17556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87752" y="19933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order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1371600"/>
            <a:ext cx="2011680" cy="86868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371600"/>
            <a:ext cx="64008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4024" y="14356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4.09★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64024" y="17556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64024" y="19933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03136" y="1371600"/>
            <a:ext cx="2011680" cy="86868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1371600"/>
            <a:ext cx="64008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0296" y="14356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40296" y="17556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0296" y="19933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0" y="24231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Month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32213" y="238658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by State (Top 5)</a:t>
            </a:r>
            <a:endParaRPr lang="en-US" sz="12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rcRect l="2707" t="12630" r="889" b="1800"/>
          <a:stretch>
            <a:fillRect/>
          </a:stretch>
        </p:blipFill>
        <p:spPr>
          <a:xfrm>
            <a:off x="0" y="2770971"/>
            <a:ext cx="5357707" cy="1984304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rcRect l="3553" t="10600" r="3722" b="6459"/>
          <a:stretch>
            <a:fillRect/>
          </a:stretch>
        </p:blipFill>
        <p:spPr>
          <a:xfrm>
            <a:off x="5432213" y="2770581"/>
            <a:ext cx="3711787" cy="1984304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— PRODUCTS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Revenue Categories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by Revenue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4377" t="7354" b="9984"/>
          <a:stretch>
            <a:fillRect/>
          </a:stretch>
        </p:blipFill>
        <p:spPr>
          <a:xfrm>
            <a:off x="365760" y="1923626"/>
            <a:ext cx="5120640" cy="2655146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5852160" y="13716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Insights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852160" y="1737360"/>
            <a:ext cx="3017520" cy="530352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52160" y="1737360"/>
            <a:ext cx="64008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9320" y="178308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Beauty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89320" y="199339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~R$1.45M  •  #1 category — strong organic demand year-round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852160" y="2340864"/>
            <a:ext cx="3017520" cy="530352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2340864"/>
            <a:ext cx="64008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38658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&amp; Gifts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989320" y="259689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~R$1.28M  •  Seasonal peaks — gifting-driven purchases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852160" y="2944368"/>
            <a:ext cx="3017520" cy="530352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852160" y="2944368"/>
            <a:ext cx="64008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89320" y="299008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Bed, Bath &amp; Table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989320" y="32004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~R$1.22M  •  High frequency home goods category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852160" y="3547872"/>
            <a:ext cx="3017520" cy="530352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52160" y="3547872"/>
            <a:ext cx="64008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89320" y="359359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&amp; Leisure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989320" y="38039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~R$1.16M  •  Growing category with room to scale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852160" y="4151376"/>
            <a:ext cx="3017520" cy="530352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852160" y="4151376"/>
            <a:ext cx="64008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89320" y="419709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&amp; Accs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989320" y="440740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~R$1.07M  •  High AOV — tech items drive order value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— DELIVERY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011680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64008" cy="82296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2646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Orders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1371600"/>
            <a:ext cx="2011680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1371600"/>
            <a:ext cx="6400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142646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87752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Days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1371600"/>
            <a:ext cx="2011680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1371600"/>
            <a:ext cx="64008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64024" y="142646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64024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Rate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03136" y="1371600"/>
            <a:ext cx="2011680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03136" y="1371600"/>
            <a:ext cx="64008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0296" y="142646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40296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Drop (late)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9456" y="24231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% vs Revenue by State</a:t>
            </a:r>
            <a:endParaRPr lang="en-US" sz="12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/>
          <a:srcRect l="599" t="7200" r="1049"/>
          <a:stretch>
            <a:fillRect/>
          </a:stretch>
        </p:blipFill>
        <p:spPr>
          <a:xfrm>
            <a:off x="0" y="2756747"/>
            <a:ext cx="9144000" cy="2272453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Actionable Insights for Olist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743200" cy="3611880"/>
          </a:xfrm>
          <a:prstGeom prst="rect">
            <a:avLst/>
          </a:prstGeom>
          <a:solidFill>
            <a:srgbClr val="162055"/>
          </a:solidFill>
          <a:ln w="12700">
            <a:solidFill>
              <a:srgbClr val="2A3A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463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993392"/>
            <a:ext cx="2468880" cy="25603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933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Protection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RJ Delivery — Highest ROI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852928"/>
            <a:ext cx="24688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dirty="0">
                <a:solidFill>
                  <a:schemeClr val="bg1">
                    <a:lumMod val="95000"/>
                  </a:schemeClr>
                </a:solidFill>
              </a:rPr>
              <a:t>I identified RJ as a high-risk region. Despite generating ₹2.1M revenue, it has a 13% late delivery rate. Since delayed deliveries reduce ratings by 1.65 points, improving delivery performance here can directly protect revenue and improve customer satisfaction.”</a:t>
            </a:r>
          </a:p>
        </p:txBody>
      </p:sp>
      <p:sp>
        <p:nvSpPr>
          <p:cNvPr id="11" name="Shape 9"/>
          <p:cNvSpPr/>
          <p:nvPr/>
        </p:nvSpPr>
        <p:spPr>
          <a:xfrm>
            <a:off x="3200400" y="1371600"/>
            <a:ext cx="2743200" cy="3611880"/>
          </a:xfrm>
          <a:prstGeom prst="rect">
            <a:avLst/>
          </a:prstGeom>
          <a:solidFill>
            <a:srgbClr val="162055"/>
          </a:solidFill>
          <a:ln w="12700">
            <a:solidFill>
              <a:srgbClr val="2A3A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1463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337560" y="1993392"/>
            <a:ext cx="2468880" cy="25603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9933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Opportunity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37560" y="23042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Health &amp; Beauty Category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852928"/>
            <a:ext cx="24688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category at $1.45M with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organic demand year-round.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seller onboarding and featured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in this vertical could drive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disproportionate growth.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2743200" cy="3611880"/>
          </a:xfrm>
          <a:prstGeom prst="rect">
            <a:avLst/>
          </a:prstGeom>
          <a:solidFill>
            <a:srgbClr val="162055"/>
          </a:solidFill>
          <a:ln w="12700">
            <a:solidFill>
              <a:srgbClr val="2A3A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63640" y="1463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63640" y="1993392"/>
            <a:ext cx="2468880" cy="25603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9933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Marketing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63640" y="23042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June–August Peak Season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2852928"/>
            <a:ext cx="24688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6, 7, 8 show the highest revenue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(R$1.75M, R$1.66M, R$1.70M. </a:t>
            </a:r>
            <a:r>
              <a:rPr lang="en-US" sz="1050" dirty="0">
                <a:solidFill>
                  <a:schemeClr val="bg1">
                    <a:lumMod val="95000"/>
                  </a:schemeClr>
                </a:solidFill>
              </a:rPr>
              <a:t>Businesses can leverage this by increasing inventory and running campaigns before the peak to maximize revenue.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98033-2B25-7772-61E8-C271E4192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2E862B-B6F9-3B73-E41B-7868D2F26550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B70D21-0B26-F7E3-6236-6DAC097F61E4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SCREENSHOTS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E216514-2820-8A00-21C9-B32D162B3AD8}"/>
              </a:ext>
            </a:extLst>
          </p:cNvPr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Sales Report</a:t>
            </a:r>
            <a:endParaRPr lang="en-US" sz="26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84AC1C4C-D17A-944D-48D3-BC5482285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6" y="1371599"/>
            <a:ext cx="8954347" cy="3641363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22486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Delivery Analysis</a:t>
            </a:r>
            <a:endParaRPr lang="en-US" sz="2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73" y="1371599"/>
            <a:ext cx="8837507" cy="3660988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1540"/>
          </a:solidFill>
          <a:ln w="12700">
            <a:solidFill>
              <a:srgbClr val="0D15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65760" y="2286000"/>
            <a:ext cx="1371600" cy="4572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468880"/>
            <a:ext cx="6217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Swapnil Sanjeev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(AI &amp; ML) — Sharda University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 •  Pandas  •  Power BI  •  DAX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Olist Brazilian E-Commerce (Kaggle)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4114800"/>
            <a:ext cx="1920240" cy="347472"/>
          </a:xfrm>
          <a:prstGeom prst="rect">
            <a:avLst/>
          </a:prstGeom>
          <a:solidFill>
            <a:srgbClr val="162055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114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99.4K Orders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4114800"/>
            <a:ext cx="1920240" cy="347472"/>
          </a:xfrm>
          <a:prstGeom prst="rect">
            <a:avLst/>
          </a:prstGeom>
          <a:solidFill>
            <a:srgbClr val="162055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4114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R$16M Revenue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4114800"/>
            <a:ext cx="1920240" cy="347472"/>
          </a:xfrm>
          <a:prstGeom prst="rect">
            <a:avLst/>
          </a:prstGeom>
          <a:solidFill>
            <a:srgbClr val="162055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4114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8K Late Orders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4114800"/>
            <a:ext cx="1920240" cy="347472"/>
          </a:xfrm>
          <a:prstGeom prst="rect">
            <a:avLst/>
          </a:prstGeom>
          <a:solidFill>
            <a:srgbClr val="162055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4114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Categories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627</Words>
  <Application>Microsoft Office PowerPoint</Application>
  <PresentationFormat>On-screen Show (16:9)</PresentationFormat>
  <Paragraphs>154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E-Commerce Analytics</dc:title>
  <dc:subject>PptxGenJS Presentation</dc:subject>
  <dc:creator>Swapnil Sanjeev</dc:creator>
  <cp:lastModifiedBy>Swapnil Sanjeev</cp:lastModifiedBy>
  <cp:revision>1</cp:revision>
  <dcterms:created xsi:type="dcterms:W3CDTF">2026-03-28T11:03:27Z</dcterms:created>
  <dcterms:modified xsi:type="dcterms:W3CDTF">2026-03-28T11:24:38Z</dcterms:modified>
</cp:coreProperties>
</file>